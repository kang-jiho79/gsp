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5" r:id="rId7"/>
  </p:sldIdLst>
  <p:sldSz cx="18288000" cy="10287000"/>
  <p:notesSz cx="6858000" cy="9144000"/>
  <p:embeddedFontLst>
    <p:embeddedFont>
      <p:font typeface="각진펜 Bold" panose="020B0600000101010101" charset="-127"/>
      <p:regular r:id="rId8"/>
    </p:embeddedFont>
    <p:embeddedFont>
      <p:font typeface="Gotham Bold" panose="020B0600000101010101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101" d="100"/>
          <a:sy n="101" d="100"/>
        </p:scale>
        <p:origin x="654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sp>
        <p:nvSpPr>
          <p:cNvPr id="7" name="TextBox 7"/>
          <p:cNvSpPr txBox="1"/>
          <p:nvPr/>
        </p:nvSpPr>
        <p:spPr>
          <a:xfrm>
            <a:off x="2752085" y="3552723"/>
            <a:ext cx="12783830" cy="1882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5400"/>
              </a:lnSpc>
              <a:spcBef>
                <a:spcPct val="0"/>
              </a:spcBef>
            </a:pPr>
            <a:r>
              <a:rPr lang="en-US" sz="11000" b="1" spc="-22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9-Realms MMORPG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85350" y="7450313"/>
            <a:ext cx="8517301" cy="412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 spc="-4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게임공학과 2022182002 강지호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49638" y="7079594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7"/>
                </a:lnTo>
                <a:lnTo>
                  <a:pt x="0" y="2832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5219213" y="7334535"/>
            <a:ext cx="7727231" cy="482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ko-KR" altLang="en-US" sz="2800" b="1" spc="-56" dirty="0" err="1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보스전</a:t>
            </a:r>
            <a:endParaRPr lang="en-US" sz="2800" b="1" spc="-56" dirty="0">
              <a:solidFill>
                <a:srgbClr val="2D2D2D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623536" y="3796152"/>
            <a:ext cx="1381478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 b="1" dirty="0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23536" y="5428348"/>
            <a:ext cx="1381478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 b="1" dirty="0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623536" y="7333899"/>
            <a:ext cx="1381478" cy="472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80"/>
              </a:lnSpc>
            </a:pPr>
            <a:r>
              <a:rPr lang="en-US" sz="3000" b="1">
                <a:solidFill>
                  <a:srgbClr val="004AAD"/>
                </a:solidFill>
                <a:latin typeface="Gotham Bold"/>
                <a:ea typeface="Gotham Bold"/>
                <a:cs typeface="Gotham Bold"/>
                <a:sym typeface="Gotham Bold"/>
              </a:rPr>
              <a:t>03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497865" y="3796788"/>
            <a:ext cx="3292270" cy="482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ko-KR" altLang="en-US" sz="2800" b="1" spc="-56" dirty="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파티 시스템</a:t>
            </a:r>
            <a:endParaRPr lang="en-US" sz="2800" b="1" u="none" strike="noStrike" spc="-56" dirty="0">
              <a:solidFill>
                <a:srgbClr val="2D2D2D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758705" y="5428984"/>
            <a:ext cx="4770591" cy="482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20"/>
              </a:lnSpc>
              <a:spcBef>
                <a:spcPct val="0"/>
              </a:spcBef>
            </a:pPr>
            <a:r>
              <a:rPr lang="ko-KR" altLang="en-US" sz="2800" b="1" spc="-56" dirty="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무기 별 차이 및 강화 시스템</a:t>
            </a:r>
            <a:endParaRPr lang="en-US" sz="2800" b="1" spc="-56" dirty="0">
              <a:solidFill>
                <a:srgbClr val="2D2D2D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807762" y="763307"/>
            <a:ext cx="16672477" cy="1928425"/>
            <a:chOff x="0" y="0"/>
            <a:chExt cx="4391105" cy="50789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391105" cy="507898"/>
            </a:xfrm>
            <a:custGeom>
              <a:avLst/>
              <a:gdLst/>
              <a:ahLst/>
              <a:cxnLst/>
              <a:rect l="l" t="t" r="r" b="b"/>
              <a:pathLst>
                <a:path w="4391105" h="507898">
                  <a:moveTo>
                    <a:pt x="0" y="0"/>
                  </a:moveTo>
                  <a:lnTo>
                    <a:pt x="4391105" y="0"/>
                  </a:lnTo>
                  <a:lnTo>
                    <a:pt x="4391105" y="507898"/>
                  </a:lnTo>
                  <a:lnTo>
                    <a:pt x="0" y="507898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4391105" cy="545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4885350" y="1564007"/>
            <a:ext cx="8517301" cy="762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 b="1" spc="-89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목차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928425"/>
            <a:chOff x="0" y="0"/>
            <a:chExt cx="4391105" cy="5078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507898"/>
            </a:xfrm>
            <a:custGeom>
              <a:avLst/>
              <a:gdLst/>
              <a:ahLst/>
              <a:cxnLst/>
              <a:rect l="l" t="t" r="r" b="b"/>
              <a:pathLst>
                <a:path w="4391105" h="507898">
                  <a:moveTo>
                    <a:pt x="0" y="0"/>
                  </a:moveTo>
                  <a:lnTo>
                    <a:pt x="4391105" y="0"/>
                  </a:lnTo>
                  <a:lnTo>
                    <a:pt x="4391105" y="507898"/>
                  </a:lnTo>
                  <a:lnTo>
                    <a:pt x="0" y="507898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545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85350" y="1660845"/>
            <a:ext cx="8517301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ko-KR" altLang="en-US" sz="3999" b="1" spc="-79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파티 시스템</a:t>
            </a:r>
            <a:endParaRPr lang="en-US" sz="3999" b="1" spc="-79" dirty="0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D38FCA8C-0E1A-0F82-EEE0-38CA7E91F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0" y="3390900"/>
            <a:ext cx="4102222" cy="468000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1C2F7385-F3CA-968A-865D-15DB30B5A6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3381375"/>
            <a:ext cx="4125998" cy="46800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3B3FD3B7-10A2-0AB0-FD8B-D05C16B101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92000" y="3390900"/>
            <a:ext cx="4131892" cy="4680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763307"/>
            <a:ext cx="16672477" cy="9344356"/>
            <a:chOff x="0" y="0"/>
            <a:chExt cx="22229969" cy="12459142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0"/>
              <a:ext cx="22229969" cy="11680514"/>
              <a:chOff x="0" y="0"/>
              <a:chExt cx="4391105" cy="23072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928425"/>
            <a:chOff x="0" y="0"/>
            <a:chExt cx="4391105" cy="5078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507898"/>
            </a:xfrm>
            <a:custGeom>
              <a:avLst/>
              <a:gdLst/>
              <a:ahLst/>
              <a:cxnLst/>
              <a:rect l="l" t="t" r="r" b="b"/>
              <a:pathLst>
                <a:path w="4391105" h="507898">
                  <a:moveTo>
                    <a:pt x="0" y="0"/>
                  </a:moveTo>
                  <a:lnTo>
                    <a:pt x="4391105" y="0"/>
                  </a:lnTo>
                  <a:lnTo>
                    <a:pt x="4391105" y="507898"/>
                  </a:lnTo>
                  <a:lnTo>
                    <a:pt x="0" y="507898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545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4885350" y="1660845"/>
            <a:ext cx="8517301" cy="528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3920"/>
              </a:lnSpc>
              <a:spcBef>
                <a:spcPct val="0"/>
              </a:spcBef>
            </a:pPr>
            <a:r>
              <a:rPr lang="ko-KR" altLang="en-US" sz="4000" b="1" spc="-56" dirty="0">
                <a:solidFill>
                  <a:srgbClr val="2D2D2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무기 별 차이 및 강화 시스템</a:t>
            </a:r>
            <a:endParaRPr lang="en-US" altLang="ko-KR" sz="4000" b="1" spc="-56" dirty="0">
              <a:solidFill>
                <a:srgbClr val="2D2D2D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ACB4748F-5C3C-3BA2-E5B3-96C6783762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872" t="7149" r="1846" b="4292"/>
          <a:stretch>
            <a:fillRect/>
          </a:stretch>
        </p:blipFill>
        <p:spPr>
          <a:xfrm>
            <a:off x="1828800" y="4381500"/>
            <a:ext cx="2682581" cy="252000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5FD18971-BC78-88AF-1343-F337DE0A3B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4875" y="4381500"/>
            <a:ext cx="2613333" cy="2520000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84FF374B-FA11-A580-A463-31D62A096A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1702" y="4396606"/>
            <a:ext cx="2582739" cy="2520000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C274D9EC-02EF-3D6C-04E7-122182FEE5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0" y="4319865"/>
            <a:ext cx="3791479" cy="25816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07762" y="618646"/>
            <a:ext cx="16672477" cy="9489017"/>
            <a:chOff x="0" y="-192881"/>
            <a:chExt cx="22229969" cy="12652023"/>
          </a:xfrm>
        </p:grpSpPr>
        <p:sp>
          <p:nvSpPr>
            <p:cNvPr id="3" name="Freeform 3"/>
            <p:cNvSpPr/>
            <p:nvPr/>
          </p:nvSpPr>
          <p:spPr>
            <a:xfrm>
              <a:off x="0" y="8681839"/>
              <a:ext cx="21640800" cy="3777303"/>
            </a:xfrm>
            <a:custGeom>
              <a:avLst/>
              <a:gdLst/>
              <a:ahLst/>
              <a:cxnLst/>
              <a:rect l="l" t="t" r="r" b="b"/>
              <a:pathLst>
                <a:path w="21640800" h="3777303">
                  <a:moveTo>
                    <a:pt x="0" y="0"/>
                  </a:moveTo>
                  <a:lnTo>
                    <a:pt x="21640800" y="0"/>
                  </a:lnTo>
                  <a:lnTo>
                    <a:pt x="21640800" y="3777303"/>
                  </a:lnTo>
                  <a:lnTo>
                    <a:pt x="0" y="3777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ko-KR" altLang="en-US"/>
            </a:p>
          </p:txBody>
        </p:sp>
        <p:grpSp>
          <p:nvGrpSpPr>
            <p:cNvPr id="4" name="Group 4"/>
            <p:cNvGrpSpPr/>
            <p:nvPr/>
          </p:nvGrpSpPr>
          <p:grpSpPr>
            <a:xfrm>
              <a:off x="0" y="-192881"/>
              <a:ext cx="22229969" cy="11873395"/>
              <a:chOff x="0" y="-38100"/>
              <a:chExt cx="4391105" cy="2345362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0" y="0"/>
                <a:ext cx="4391105" cy="2307262"/>
              </a:xfrm>
              <a:custGeom>
                <a:avLst/>
                <a:gdLst/>
                <a:ahLst/>
                <a:cxnLst/>
                <a:rect l="l" t="t" r="r" b="b"/>
                <a:pathLst>
                  <a:path w="4391105" h="2307262">
                    <a:moveTo>
                      <a:pt x="0" y="0"/>
                    </a:moveTo>
                    <a:lnTo>
                      <a:pt x="4391105" y="0"/>
                    </a:lnTo>
                    <a:lnTo>
                      <a:pt x="4391105" y="2307262"/>
                    </a:lnTo>
                    <a:lnTo>
                      <a:pt x="0" y="2307262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ko-KR" alt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0" y="-38100"/>
                <a:ext cx="4391105" cy="2345362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</p:grpSp>
      <p:grpSp>
        <p:nvGrpSpPr>
          <p:cNvPr id="7" name="Group 7"/>
          <p:cNvGrpSpPr/>
          <p:nvPr/>
        </p:nvGrpSpPr>
        <p:grpSpPr>
          <a:xfrm>
            <a:off x="807762" y="763307"/>
            <a:ext cx="16672477" cy="1928425"/>
            <a:chOff x="0" y="0"/>
            <a:chExt cx="4391105" cy="50789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391105" cy="507898"/>
            </a:xfrm>
            <a:custGeom>
              <a:avLst/>
              <a:gdLst/>
              <a:ahLst/>
              <a:cxnLst/>
              <a:rect l="l" t="t" r="r" b="b"/>
              <a:pathLst>
                <a:path w="4391105" h="507898">
                  <a:moveTo>
                    <a:pt x="0" y="0"/>
                  </a:moveTo>
                  <a:lnTo>
                    <a:pt x="4391105" y="0"/>
                  </a:lnTo>
                  <a:lnTo>
                    <a:pt x="4391105" y="507898"/>
                  </a:lnTo>
                  <a:lnTo>
                    <a:pt x="0" y="507898"/>
                  </a:lnTo>
                  <a:close/>
                </a:path>
              </a:pathLst>
            </a:custGeom>
            <a:solidFill>
              <a:srgbClr val="EAF3FF"/>
            </a:solidFill>
            <a:ln cap="sq">
              <a:noFill/>
              <a:prstDash val="dash"/>
              <a:miter/>
            </a:ln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4391105" cy="5459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4885350" y="1660845"/>
            <a:ext cx="8517301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ko-KR" altLang="en-US" sz="3999" b="1" spc="-79" dirty="0" err="1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보스전</a:t>
            </a:r>
            <a:endParaRPr lang="en-US" sz="3999" b="1" spc="-79" dirty="0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726607FA-E767-15B3-F375-33A2A097B9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14" t="6796" r="11110" b="39069"/>
          <a:stretch>
            <a:fillRect/>
          </a:stretch>
        </p:blipFill>
        <p:spPr>
          <a:xfrm>
            <a:off x="6389379" y="3589270"/>
            <a:ext cx="5509241" cy="45494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CDC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07762" y="7274686"/>
            <a:ext cx="16230600" cy="2832977"/>
          </a:xfrm>
          <a:custGeom>
            <a:avLst/>
            <a:gdLst/>
            <a:ahLst/>
            <a:cxnLst/>
            <a:rect l="l" t="t" r="r" b="b"/>
            <a:pathLst>
              <a:path w="16230600" h="2832977">
                <a:moveTo>
                  <a:pt x="0" y="0"/>
                </a:moveTo>
                <a:lnTo>
                  <a:pt x="16230600" y="0"/>
                </a:lnTo>
                <a:lnTo>
                  <a:pt x="16230600" y="2832978"/>
                </a:lnTo>
                <a:lnTo>
                  <a:pt x="0" y="2832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ko-KR" altLang="en-US"/>
          </a:p>
        </p:txBody>
      </p:sp>
      <p:grpSp>
        <p:nvGrpSpPr>
          <p:cNvPr id="3" name="Group 3"/>
          <p:cNvGrpSpPr/>
          <p:nvPr/>
        </p:nvGrpSpPr>
        <p:grpSpPr>
          <a:xfrm>
            <a:off x="807762" y="763307"/>
            <a:ext cx="16672477" cy="8760385"/>
            <a:chOff x="0" y="0"/>
            <a:chExt cx="4391105" cy="230726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391105" cy="2307262"/>
            </a:xfrm>
            <a:custGeom>
              <a:avLst/>
              <a:gdLst/>
              <a:ahLst/>
              <a:cxnLst/>
              <a:rect l="l" t="t" r="r" b="b"/>
              <a:pathLst>
                <a:path w="4391105" h="2307262">
                  <a:moveTo>
                    <a:pt x="0" y="0"/>
                  </a:moveTo>
                  <a:lnTo>
                    <a:pt x="4391105" y="0"/>
                  </a:lnTo>
                  <a:lnTo>
                    <a:pt x="4391105" y="2307262"/>
                  </a:lnTo>
                  <a:lnTo>
                    <a:pt x="0" y="230726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391105" cy="23453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885350" y="3917951"/>
            <a:ext cx="8517301" cy="13779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200"/>
              </a:lnSpc>
              <a:spcBef>
                <a:spcPct val="0"/>
              </a:spcBef>
            </a:pPr>
            <a:r>
              <a:rPr lang="en-US" sz="8000" b="1" spc="-160">
                <a:solidFill>
                  <a:srgbClr val="004AAD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감사합니다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885350" y="7726171"/>
            <a:ext cx="8517301" cy="432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spc="-49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게임공학과 </a:t>
            </a:r>
            <a:r>
              <a:rPr lang="en-US" sz="2499" b="1" spc="-49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2022182002 </a:t>
            </a:r>
            <a:r>
              <a:rPr lang="ko-KR" altLang="en-US" sz="2499" b="1" spc="-49" dirty="0">
                <a:solidFill>
                  <a:srgbClr val="000000"/>
                </a:solidFill>
                <a:latin typeface="각진펜 Bold"/>
                <a:ea typeface="각진펜 Bold"/>
                <a:cs typeface="각진펜 Bold"/>
                <a:sym typeface="각진펜 Bold"/>
              </a:rPr>
              <a:t>강지호</a:t>
            </a:r>
            <a:endParaRPr lang="en-US" sz="2499" b="1" spc="-49" dirty="0">
              <a:solidFill>
                <a:srgbClr val="000000"/>
              </a:solidFill>
              <a:latin typeface="각진펜 Bold"/>
              <a:ea typeface="각진펜 Bold"/>
              <a:cs typeface="각진펜 Bold"/>
              <a:sym typeface="각진펜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31</Words>
  <Application>Microsoft Office PowerPoint</Application>
  <PresentationFormat>사용자 지정</PresentationFormat>
  <Paragraphs>14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Gotham Bold</vt:lpstr>
      <vt:lpstr>Arial</vt:lpstr>
      <vt:lpstr>Calibri</vt:lpstr>
      <vt:lpstr>각진펜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파란색 화이트 미니멀 깔끔하고 심플한 레이아웃 프레젠테이션</dc:title>
  <dc:creator>강지호</dc:creator>
  <cp:lastModifiedBy>강지호(2022182002)</cp:lastModifiedBy>
  <cp:revision>2</cp:revision>
  <dcterms:created xsi:type="dcterms:W3CDTF">2006-08-16T00:00:00Z</dcterms:created>
  <dcterms:modified xsi:type="dcterms:W3CDTF">2026-06-15T18:09:33Z</dcterms:modified>
  <dc:identifier>DAHMqTQkIDw</dc:identifier>
</cp:coreProperties>
</file>